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E260-79F9-419C-A9EA-F9BCE8321EF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6BB3-9458-4A52-9037-3D4AA2F31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641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E260-79F9-419C-A9EA-F9BCE8321EF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6BB3-9458-4A52-9037-3D4AA2F31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1562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E260-79F9-419C-A9EA-F9BCE8321EF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6BB3-9458-4A52-9037-3D4AA2F31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480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E260-79F9-419C-A9EA-F9BCE8321EF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6BB3-9458-4A52-9037-3D4AA2F31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42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E260-79F9-419C-A9EA-F9BCE8321EF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6BB3-9458-4A52-9037-3D4AA2F31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719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E260-79F9-419C-A9EA-F9BCE8321EF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6BB3-9458-4A52-9037-3D4AA2F31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85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E260-79F9-419C-A9EA-F9BCE8321EF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6BB3-9458-4A52-9037-3D4AA2F31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89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E260-79F9-419C-A9EA-F9BCE8321EF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6BB3-9458-4A52-9037-3D4AA2F31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025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E260-79F9-419C-A9EA-F9BCE8321EF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6BB3-9458-4A52-9037-3D4AA2F31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174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E260-79F9-419C-A9EA-F9BCE8321EF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6BB3-9458-4A52-9037-3D4AA2F31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3E260-79F9-419C-A9EA-F9BCE8321EF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6BB3-9458-4A52-9037-3D4AA2F31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590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3E260-79F9-419C-A9EA-F9BCE8321EF1}" type="datetimeFigureOut">
              <a:rPr lang="en-GB" smtClean="0"/>
              <a:t>28/09/2026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6BB3-9458-4A52-9037-3D4AA2F31A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7781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52200"/>
            <a:ext cx="9144000" cy="2387600"/>
          </a:xfrm>
        </p:spPr>
        <p:txBody>
          <a:bodyPr/>
          <a:lstStyle/>
          <a:p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 Impact</a:t>
            </a:r>
            <a:b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Geospatial Analysis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Global Climate Trends, Projections &amp; Vulnerability Analysis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2000–2050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Usman Ali</a:t>
            </a:r>
          </a:p>
          <a:p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SkilledScore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 Visualization Internship</a:t>
            </a:r>
          </a:p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</a:t>
            </a: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Zeeshan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Usmani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718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Climate Challenge &amp; Analytical Approach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Climate impacts vary substantially across countries and over time.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233 geographic entities across four indicators:</a:t>
            </a:r>
          </a:p>
          <a:p>
            <a:pPr marL="0" indent="0">
              <a:buNone/>
            </a:pP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• Precipitation • CO2 Emissions • Sea-Level Rise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Historical synthetic analysis: 2000–2025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Country-level linear projections: 2026–2050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Integrated climate indicators with global geographic boundaries to reveal spatial and temporal patterns.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133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6462"/>
            <a:ext cx="10515600" cy="1325563"/>
          </a:xfrm>
        </p:spPr>
        <p:txBody>
          <a:bodyPr/>
          <a:lstStyle/>
          <a:p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Global Climate Trends | 2000–2025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0152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Global average temperature increased by</a:t>
            </a: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approximately 0.88°C.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Mean sea-level rise increased by approximately 80 mm.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Precipitation changed by approximately +40 mm</a:t>
            </a: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globally.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Geographic patterns vary considerably across </a:t>
            </a: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countries and regions.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Multi-layer mapping combines temperature change, </a:t>
            </a: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precipitation change, and sea-level change for spatial comparison.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063" y="1527462"/>
            <a:ext cx="5635336" cy="402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27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8335"/>
            <a:ext cx="10515600" cy="1325563"/>
          </a:xfrm>
        </p:spPr>
        <p:txBody>
          <a:bodyPr/>
          <a:lstStyle/>
          <a:p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Modeled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Climate Vulnerability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9056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Composite vulnerability combines temperature change, </a:t>
            </a:r>
          </a:p>
          <a:p>
            <a:pPr marL="0" indent="0"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Absolute precipitation change, and sea-level change.</a:t>
            </a:r>
          </a:p>
          <a:p>
            <a:pPr marL="0" indent="0">
              <a:buNone/>
            </a:pPr>
            <a:endParaRPr lang="en-GB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Highest </a:t>
            </a:r>
            <a:r>
              <a:rPr lang="en-GB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modeled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vulnerability scores:</a:t>
            </a:r>
          </a:p>
          <a:p>
            <a:pPr marL="0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Azerbaijan — 0.889</a:t>
            </a:r>
          </a:p>
          <a:p>
            <a:pPr marL="0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Rwanda — 0.866</a:t>
            </a:r>
          </a:p>
          <a:p>
            <a:pPr marL="0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New Caledonia — 0.858</a:t>
            </a:r>
          </a:p>
          <a:p>
            <a:pPr marL="0" indent="0">
              <a:buNone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Asia recorded the highest average </a:t>
            </a:r>
            <a:r>
              <a:rPr lang="en-GB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modeled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vulnerability</a:t>
            </a:r>
          </a:p>
          <a:p>
            <a:pPr marL="0" indent="0"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score among the six </a:t>
            </a:r>
            <a:r>
              <a:rPr lang="en-GB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continents.</a:t>
            </a:r>
          </a:p>
          <a:p>
            <a:endParaRPr lang="en-GB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Cross-country CO2 relationships with climate-impact  indicators were weak in the synthetic dataset.</a:t>
            </a:r>
          </a:p>
          <a:p>
            <a:pPr marL="0" indent="0"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Vulnerability scores represent analytical prioritization, not official real-world risk ratings.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891" y="1617808"/>
            <a:ext cx="5895109" cy="397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629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&amp; Model Limitations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Prioritize multi-indicator monitoring in areas showing elevated </a:t>
            </a:r>
            <a:r>
              <a:rPr lang="en-GB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modeled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climate pressure.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Integrate population, infrastructure, socioeconomic exposure, and adaptive capacity in future risk analysis.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Use authoritative observational climate data before applying the framework to real-world decisions.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Explore nonlinear and scenario-based forecasting methods for more sophisticated projections.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Limitation: 2026–2050 projections are linear extensions of synthetic historical trends and are not authoritative climate forecasts.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942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308</Words>
  <Application>Microsoft Office PowerPoint</Application>
  <PresentationFormat>Widescreen</PresentationFormat>
  <Paragraphs>57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Climate Change Impact Geospatial Analysis</vt:lpstr>
      <vt:lpstr>Climate Challenge &amp; Analytical Approach</vt:lpstr>
      <vt:lpstr>Global Climate Trends | 2000–2025</vt:lpstr>
      <vt:lpstr>Modeled Climate Vulnerability</vt:lpstr>
      <vt:lpstr>Recommendations &amp; Model Limitations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7</cp:revision>
  <dcterms:created xsi:type="dcterms:W3CDTF">2026-09-28T12:26:52Z</dcterms:created>
  <dcterms:modified xsi:type="dcterms:W3CDTF">2026-09-28T14:34:33Z</dcterms:modified>
</cp:coreProperties>
</file>